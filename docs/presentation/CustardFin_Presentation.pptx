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EF08A"/>
                </a:solidFill>
                <a:latin typeface="Plus Jakarta Sans"/>
              </a:defRPr>
            </a:pPr>
            <a:r>
              <a:t>CLOUD COMPUTING MCA LAB PROJECT • SEMESTER END 2026</a:t>
            </a:r>
          </a:p>
          <a:p>
            <a:pPr>
              <a:defRPr sz="5000" b="1">
                <a:solidFill>
                  <a:srgbClr val="FEF08A"/>
                </a:solidFill>
                <a:latin typeface="Plus Jakarta Sans"/>
              </a:defRPr>
            </a:pPr>
            <a:r>
              <a:t>CUSTARDFIN</a:t>
            </a:r>
          </a:p>
          <a:p>
            <a:pPr>
              <a:spcBef>
                <a:spcPts val="800"/>
              </a:spcBef>
              <a:defRPr sz="2100" b="1">
                <a:solidFill>
                  <a:srgbClr val="F8FAFC"/>
                </a:solidFill>
                <a:latin typeface="Plus Jakarta Sans"/>
              </a:defRPr>
            </a:pPr>
            <a:r>
              <a:t>Distributed Community Media Platform • Hybrid Edge-Cloud Architecture</a:t>
            </a:r>
          </a:p>
          <a:p>
            <a:pPr>
              <a:spcBef>
                <a:spcPts val="1000"/>
              </a:spcBef>
              <a:defRPr sz="1400">
                <a:solidFill>
                  <a:srgbClr val="CBD5E1"/>
                </a:solidFill>
                <a:latin typeface="Plus Jakarta Sans"/>
              </a:defRPr>
            </a:pPr>
            <a:r>
              <a:t>Personal media streaming (Jellyfin/Plex style) meets community discovery (YouTube style) with Zero Cloud Video Storage.</a:t>
            </a:r>
          </a:p>
        </p:txBody>
      </p:sp>
      <p:pic>
        <p:nvPicPr>
          <p:cNvPr id="5" name="Picture 4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109728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4023360"/>
            <a:ext cx="320040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24528"/>
            <a:ext cx="274320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AE6FD"/>
                </a:solidFill>
                <a:latin typeface="Plus Jakarta Sans"/>
              </a:defRPr>
            </a:pPr>
            <a:r>
              <a:t>[AUTHORS]  Team Credits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Anish Ghadi (25P0320009)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Anosh Chodankar (25P0320010)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MCA Cloud Computing Lab Project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Semester End Evaluation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023360"/>
            <a:ext cx="3200400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4224528"/>
            <a:ext cx="274320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F08A"/>
                </a:solidFill>
                <a:latin typeface="Plus Jakarta Sans"/>
              </a:defRPr>
            </a:pPr>
            <a:r>
              <a:t>[INVARIANTS]  Core Philosophy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Invariant 1: Zero cloud video binaries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Home node stays the sovereign origin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Public sharing = ~3 KB JSON manifest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100% Free &amp; Open Source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230575" cy="21945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4224528"/>
            <a:ext cx="2773375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7F3D0"/>
                </a:solidFill>
                <a:latin typeface="Plus Jakarta Sans"/>
              </a:defRPr>
            </a:pPr>
            <a:r>
              <a:t>[LIVE DEMO]  Demonstration Stack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Go Backend + Next.js 15 Web UI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SQLite Edge + PostgreSQL Cloud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Hardware NVENC 4s HLS Transcoding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Origin Shield Pull-Through Cache</a:t>
            </a:r>
          </a:p>
        </p:txBody>
      </p:sp>
    </p:spTree>
  </p:cSld>
  <p:clrMapOvr>
    <a:masterClrMapping/>
  </p:clrMapOvr>
  <p:transition spd="med">
    <p:fade filte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CDD3"/>
                </a:solidFill>
                <a:latin typeface="Plus Jakarta Sans"/>
              </a:defRPr>
            </a:pPr>
            <a:r>
              <a:t>MOTIVATION &amp;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The Core Problem: Centralized Clouds vs Isolated Silos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29184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283464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CDD3"/>
                </a:solidFill>
                <a:latin typeface="Plus Jakarta Sans"/>
              </a:defRPr>
            </a:pPr>
            <a:r>
              <a:t>[TRADITIONAL SELF-HOSTING]  Plex / Jellyfin Silo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Private Island: Files trapped on local server; zero global or community discovery.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NAT / CGNAT Barrier: Most residential ISPs block incoming ports; requires risky port forwarding.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Self-Hosting Burden: Friends &amp; family cannot find videos unless manually granted individual access.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Overwhelms Home Upload: Every concurrent stream drains home upload bandwidth simultaneously.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29184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01368"/>
            <a:ext cx="283464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D7AA"/>
                </a:solidFill>
                <a:latin typeface="Plus Jakarta Sans"/>
              </a:defRPr>
            </a:pPr>
            <a:r>
              <a:t>[CENTRALIZED CLOUD]  YouTube / Cloud Silo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Astronomical Storage Costs: Multi-gigabyte videos stored permanently in centralized cloud buckets.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Privacy &amp; Ownership Loss: Video binaries surrendered to centralized tech giants.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Arbitrary Moderation: Instant takedowns and algorithmic de-monetization without recourse.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Egress Bandwidth Tax: High recurring bandwidth bills that make independent community apps unviable.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134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01368"/>
            <a:ext cx="29562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7F3D0"/>
                </a:solidFill>
                <a:latin typeface="Plus Jakarta Sans"/>
              </a:defRPr>
            </a:pPr>
            <a:r>
              <a:t>[THE CUSTARDFIN ANSWER]  CustardFin Innovation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Best of Both Worlds: Video binaries remain 100% at home; metadata coordinates globally.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Zero Cloud Video Storage: Cloud only stores ~3 KB JSON manifests in PostgreSQL.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Outbound-Only Tunnels: FRP reverse tunnel punches through residential CGNAT with 0 inbound router ports.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Origin Shield Cache: Home uploads each hot chunk ONCE; S3 cache serves hundreds of remote viewers.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F08A"/>
                </a:solidFill>
                <a:latin typeface="Plus Jakarta Sans"/>
              </a:defRPr>
            </a:pPr>
            <a:r>
              <a:t>ARCHITECTURAL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Invariant 1: Zero Cloud Video Storage Footprint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466344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CDD3"/>
                </a:solidFill>
                <a:latin typeface="Plus Jakarta Sans"/>
              </a:defRPr>
            </a:pPr>
            <a:r>
              <a:t>[CENTRALIZED INEFFICIENCY]  Traditional Cloud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Every video uploaded requires multi-gigabyte permanent cloud storage (S3 / GCS).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1,000 community videos = ~4 TB storage cost permanently billed every month.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Egress bandwidth costs compound exponentially as audience grows.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Centralized point of failure and single target for catastrophic data breaches.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Owner permanently loses physical custody of original uncompressed media assets.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422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47850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F08A"/>
                </a:solidFill>
                <a:latin typeface="Plus Jakarta Sans"/>
              </a:defRPr>
            </a:pPr>
            <a:r>
              <a:t>[SOVEREIGN EDGE STORAGE]  CustardFin Invariant 1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Video files strictly stay on owner's hard drive and edge SQLite database.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Marking a video 'Public' syncs ONLY a ~3 KB JSON manifest to PostgreSQL: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media_id, content_hash (SHA-256), duration_s, title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4s HLS renditions array (1080p, 720p, 480p playlists)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Origin Shield Pull-Through: Cloud temporarily buffers active chunks with 24h LRU auto-purge.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Near-zero cloud bill: A single $5/month cloud VM can coordinate discovery for 100,000+ videos globally!</a:t>
            </a:r>
          </a:p>
        </p:txBody>
      </p:sp>
    </p:spTree>
  </p:cSld>
  <p:clrMapOvr>
    <a:masterClrMapping/>
  </p:clrMapOvr>
  <p:transition spd="med">
    <p:fade filte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AE6FD"/>
                </a:solidFill>
                <a:latin typeface="Plus Jakarta Sans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Two-Tier System: Home Edge Node &amp; Cloud Control Plane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466344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AE6FD"/>
                </a:solidFill>
                <a:latin typeface="Plus Jakarta Sans"/>
              </a:defRPr>
            </a:pPr>
            <a:r>
              <a:t>[EDGE NODE (HOME PC)]  Tier 1: Home Edge Node (Go Daemon)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Resource Friendly: Single static Go binary (&lt;20 MB idle RAM footprint).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Edge SQLite: Pure-Go driver (WAL mode, busy_timeout) storing paths, hashes &amp; private watch history.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Managed Transcoder: FFmpeg subprocess with automatic NVENC probe and CPU fallback.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Pre-encoded 4s HLS: Chunks generated upfront to avoid live CPU exhaustion during playback.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Outbound FRP Client: Connects outward to FRP server over TLS. Zero port forwarding required.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Local Streaming Server: Serves direct LAN viewers on port 8090 at zero bandwidth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422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47850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DD6FE"/>
                </a:solidFill>
                <a:latin typeface="Plus Jakarta Sans"/>
              </a:defRPr>
            </a:pPr>
            <a:r>
              <a:t>[CLOUD CONTROL PLANE]  Tier 2: Cloud Control Plane (Cloud VM / Lab)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Cloud API Daemon (Go): High throughput REST router and goroutine background workers.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PostgreSQL (pgx + sqlc): Stores user accounts, node registry, and lightweight catalog manifests.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Redis Heartbeat Cache: Stores ephemeral 'heartbeat:{node_id}' with 15s TTL for node online logic.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FRP Relay Server: Bridges incoming remote playback requests to home edge tunnel.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S3 Origin Shield: Pull-through chunk cache (MinIO / Floci) with signed HMAC URL tokens.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Next.js 15 Web UI: Modern App Router frontend with hls.js player, search &amp; Dev Console.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  <a:latin typeface="Plus Jakarta Sans"/>
              </a:defRPr>
            </a:pPr>
            <a:r>
              <a:t>WHAT IT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Technology Stack: 100% Free &amp; Open Source Dependencies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AE6FD"/>
                </a:solidFill>
                <a:latin typeface="Plus Jakarta Sans"/>
              </a:defRPr>
            </a:pPr>
            <a:r>
              <a:t>[EDGE CORE]  Backend / Edge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Go (latest stable):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stdlib net/http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log/slog structured logs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context.Context everywhere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SQLite (modernc.org):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Pure Go (zero CGO)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WAL mode &amp; busy_timeout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FFmpeg Managed Exec: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NVENC hardware probe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x264 CPU fallback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Keyframes locked to 4.0s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F08A"/>
                </a:solidFill>
                <a:latin typeface="Plus Jakarta Sans"/>
              </a:defRPr>
            </a:pPr>
            <a:r>
              <a:t>[CLOUD BACKEND]  Cloud Control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Go Cloud API (apid):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Hexagonal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goroutines for async tasks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PostgreSQL 16: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pgx connection pool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sqlc type-safe queries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Goose versioned migrations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Redis 7: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go-redis client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Heartbeats only (Invariant 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7F3D0"/>
                </a:solidFill>
                <a:latin typeface="Plus Jakarta Sans"/>
              </a:defRPr>
            </a:pPr>
            <a:r>
              <a:t>[INFRASTRUCTURE]  Cache &amp; Network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FRP (Fast Reverse Proxy):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Outbound TLS tunnels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Automatic backoff reconnect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S3 Origin Shield: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AWS SDK for Go v2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MinIO or Floci emulator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24h LRU chunk caching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Security &amp; Auth: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Argon2id password hashing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HMAC-SHA256 signed URLs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00200"/>
            <a:ext cx="24990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01368"/>
            <a:ext cx="20418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D7AA"/>
                </a:solidFill>
                <a:latin typeface="Plus Jakarta Sans"/>
              </a:defRPr>
            </a:pPr>
            <a:r>
              <a:t>[WEB CLIENT]  Frontend UI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Next.js 15 App Router: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Server Components (SSR)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TypeScript strict mode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Node LTS runtime (no Bun)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Video Player: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hls.js adaptive client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Live 'Stats for Nerds' HUD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Design System: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Pure CSS custom tokens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Pastel glassmorphism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Fully responsive UI</a:t>
            </a:r>
          </a:p>
        </p:txBody>
      </p:sp>
    </p:spTree>
  </p:cSld>
  <p:clrMapOvr>
    <a:masterClrMapping/>
  </p:clrMapOvr>
  <p:transition spd="med">
    <p:fade filte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F08A"/>
                </a:solidFill>
                <a:latin typeface="Plus Jakarta Sans"/>
              </a:defRPr>
            </a:pPr>
            <a:r>
              <a:t>CORE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What It Does: Video Ingestion &amp; Hardware 4s HLS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AE6FD"/>
                </a:solidFill>
                <a:latin typeface="Plus Jakarta Sans"/>
              </a:defRPr>
            </a:pPr>
            <a:r>
              <a:t>[STEP 1]  1. Ingestion &amp; Scan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Flexible Ingestion: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Drag-and-drop web upload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Direct folder drop (./media)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1-click test fixture generator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Metadata Extraction: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FFprobe codec inspection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Width, height, duration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Content hashing (SHA-256) to avoid re-encoding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F08A"/>
                </a:solidFill>
                <a:latin typeface="Plus Jakarta Sans"/>
              </a:defRPr>
            </a:pPr>
            <a:r>
              <a:t>[STEP 2]  2. Pre-Encoded HLS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Invariant 6 Compliance: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Pre-encoded 4.0s chunks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ZERO live on-the-fly transcode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Multi-Rendition Ladder: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1080p (5000 kbps)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720p (2800 kbps)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480p (1200 kbps)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Aligned Keyframes: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-g 120 -keyint_min 120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Seamless rendition switching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7F3D0"/>
                </a:solidFill>
                <a:latin typeface="Plus Jakarta Sans"/>
              </a:defRPr>
            </a:pPr>
            <a:r>
              <a:t>[STEP 3]  3. GPU Acceleration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Dual-Path Transcoder: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Primary: NVIDIA NVENC (h264_nvenc)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Fallback: CPU libx264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Boot-Time Verification: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1s test-encode verification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Checks hardware session limits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Performance: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~12.5x real-time on RTX 4060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Frees CPU for daemon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00200"/>
            <a:ext cx="24990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01368"/>
            <a:ext cx="20418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DD6FE"/>
                </a:solidFill>
                <a:latin typeface="Plus Jakarta Sans"/>
              </a:defRPr>
            </a:pPr>
            <a:r>
              <a:t>[STEP 4]  4. 3 KB Manifest Sync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Instant Publishing: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1-click Public toggle in UI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Generates signed JSON manifest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PUT /v1/nodes/{id}/media/{mid}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Cloud Registration: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Validated against JSON schema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Upserted to PostgreSQL catalog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Instantly discoverable by all community viewers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AE6FD"/>
                </a:solidFill>
                <a:latin typeface="Plus Jakarta Sans"/>
              </a:defRPr>
            </a:pPr>
            <a:r>
              <a:t>ROUTING &amp; PLAYBACK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Intelligent Play Decision Engine (Stream Router)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CDD3"/>
                </a:solidFill>
                <a:latin typeface="Plus Jakarta Sans"/>
              </a:defRPr>
            </a:pPr>
            <a:r>
              <a:t>[STEP 1: LIVENESS]  Step 1: Node Liveness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Checks Redis Heartbeat: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Key: heartbeat:{node_id}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TTL: 15 seconds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If Key Missing: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Node is marked offline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Fallback: Serves cached chunks from Origin Shield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If uncached: Returns clean 'Node Offline' notice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7F3D0"/>
                </a:solidFill>
                <a:latin typeface="Plus Jakarta Sans"/>
              </a:defRPr>
            </a:pPr>
            <a:r>
              <a:t>[STEP 2: DIRECT LAN]  Step 2: Subnet Detection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Compares IP Subnets: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Checks viewer remote IP against node local CIDR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If on Same Subnet (LAN):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Routes viewer DIRECTLY to node's local HTTP streamer (:8090)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0 ms cloud relay latency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ZERO cloud egress bandwidth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Works even if internet drops!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AE6FD"/>
                </a:solidFill>
                <a:latin typeface="Plus Jakarta Sans"/>
              </a:defRPr>
            </a:pPr>
            <a:r>
              <a:t>[STEP 3: ORIGIN SHIELD]  Step 3: Cache Hit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Remote Viewer Request: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Checks Origin Shield S3 cache for requested HLS chunk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If Chunk Present (Cache HIT):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Issues short-lived signed URL (HMAC-SHA256, 1h expiry)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Served directly from S3 cache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ZERO upload bytes consumed from the home owner's internet!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00200"/>
            <a:ext cx="24990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01368"/>
            <a:ext cx="20418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D7AA"/>
                </a:solidFill>
                <a:latin typeface="Plus Jakarta Sans"/>
              </a:defRPr>
            </a:pPr>
            <a:r>
              <a:t>[STEP 4: PULL-THROUGH]  Step 4: Cache Miss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If Chunk Not In Cache: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Checks admission control cap (max 10 active streams)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Pulls chunk ONCE via FRP reverse tunnel from home node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Writes chunk to S3 cache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Issues signed playback URL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Subsequent Viewers: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Hit cache instantly (Step 3)</a:t>
            </a:r>
          </a:p>
        </p:txBody>
      </p:sp>
    </p:spTree>
  </p:cSld>
  <p:clrMapOvr>
    <a:masterClrMapping/>
  </p:clrMapOvr>
  <p:transition spd="med">
    <p:fade filte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F3D0"/>
                </a:solidFill>
                <a:latin typeface="Plus Jakarta Sans"/>
              </a:defRPr>
            </a:pPr>
            <a:r>
              <a:t>INVARIANTS 7 &amp;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Scalability: Origin Shield &amp; 10-Stream Concurrency Cap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466344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7F3D0"/>
                </a:solidFill>
                <a:latin typeface="Plus Jakarta Sans"/>
              </a:defRPr>
            </a:pPr>
            <a:r>
              <a:t>[INVARIANT 7: CACHE SHIELD]  Origin Shield Invariant 7 (Pull-Through Cache)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The Viral Video Problem in Traditional P2P: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If 50 people watch your video at once, home upload collapses.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CustardFin Origin Shield Cache: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Home edge node uploads each 4s video segment ONCE.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Central S3-compatible cache stores chunk with 24h LRU policy.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100 viewers watching the same title = 99% cache hit ratio!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Home ISP sees load equivalent to exactly 1 single viewer.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Verified via load test scripts (scripts/load-10-viewers.ps1).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422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47850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D7AA"/>
                </a:solidFill>
                <a:latin typeface="Plus Jakarta Sans"/>
              </a:defRPr>
            </a:pPr>
            <a:r>
              <a:t>[INVARIANT 10: CAPACITY LIMIT]  Admission Control Invariant 10 (10-Stream Cap)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The 10 Distinct Titles Scenario: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When 10 viewers watch 10 DIFFERENT titles, cache hit is 0%.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Home upload speed divided by stream bitrate is the physical limit.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CustardFin Admission Limiter: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Strict per-node concurrency tracker in Go Cloud API.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Hard limit: 10 concurrent distinct remote streams per node.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11th remote viewer receives: HTTP 429 Too Many Requests.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Header: Retry-After: 30 ('Node Busy' clear message).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Dynamic ABR ladder pruning: strips 1080p to keep 720p/480p alive.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F08A"/>
                </a:solidFill>
                <a:latin typeface="Plus Jakarta Sans"/>
              </a:defRPr>
            </a:pPr>
            <a:r>
              <a:t>INVARIANT 6 &amp; MILESTONE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Hardware Acceleration: NVIDIA NVENC vs CPU Benchmark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466344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AE6FD"/>
                </a:solidFill>
                <a:latin typeface="Plus Jakarta Sans"/>
              </a:defRPr>
            </a:pPr>
            <a:r>
              <a:t>[ARCHITECTURE]  Transcoding Engine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Probe Order: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1. NVIDIA NVENC (h264_nvenc) - Dedicated hardware ASIC chip.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2. Intel QSV / VAAPI (h264_qsv / h264_vaapi) - Integrated GPU.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3. Software CPU (libx264) - Automatic seamless fallback.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Strict 4-Second Alignment: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-g 120 -keyint_min 120 -sc_threshold 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Guarantees I-frame at start of every 4s HLS segment (.ts).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Safe Fallback Guarantee: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1-second test probe on startup detects NVENC session limits.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On any NVENC error, instantly falls back to CPU without crashing.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422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47850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F08A"/>
                </a:solidFill>
                <a:latin typeface="Plus Jakarta Sans"/>
              </a:defRPr>
            </a:pPr>
            <a:r>
              <a:t>[BENCHMARK DATA]  Benchmark Results (RTX 4060 vs CPU)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Test Video: 15.0s 720p 30fps H.264 Test Fixture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NVIDIA NVENC (Hardware ASIC):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Transcode Time: 1.21 seconds (12.4x real-time speed)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CPU Utilization: &lt; 3% during encoding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Chunk Duration: Exact 4.00s keyframe alignment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Software libx264 (Multi-threaded CPU):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Transcode Time: 5.42 seconds (2.7x real-time speed)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CPU Utilization: 88% - 95% peak load across all cores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Conclusion: NVENC delivers 4.5x faster encode speed and preserves CPU for edge streaming and OS responsiveness.</a:t>
            </a:r>
          </a:p>
        </p:txBody>
      </p:sp>
    </p:spTree>
  </p:cSld>
  <p:clrMapOvr>
    <a:masterClrMapping/>
  </p:clrMapOvr>
  <p:transition spd="med">
    <p:fade filte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DD6FE"/>
                </a:solidFill>
                <a:latin typeface="Plus Jakarta Sans"/>
              </a:defRPr>
            </a:pPr>
            <a:r>
              <a:t>DEPLOYMENT PROFILES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Deployment: Pure Local, Dev Containers, Floci &amp; GCP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AE6FD"/>
                </a:solidFill>
                <a:latin typeface="Plus Jakarta Sans"/>
              </a:defRPr>
            </a:pPr>
            <a:r>
              <a:t>[MODE 1]  Mode 1: Pure Local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Setup: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go run ./apps/api/cmd/apid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go run ./apps/edge/cmd/edged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npm run dev (Next.js)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Use Case: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Rapid developer iteration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Zero external software required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In-memory stores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F08A"/>
                </a:solidFill>
                <a:latin typeface="Plus Jakarta Sans"/>
              </a:defRPr>
            </a:pPr>
            <a:r>
              <a:t>[MODE 2]  Mode 2: Dev Containers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Setup: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docker compose -f deploy/compose.dev.yml up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Services: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PostgreSQL (port 5433 mapped)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Redis 7 (port 6379)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MinIO S3 (port 9000/9001)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Use Case: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Full local cloud 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246888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01368"/>
            <a:ext cx="201168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7F3D0"/>
                </a:solidFill>
                <a:latin typeface="Plus Jakarta Sans"/>
              </a:defRPr>
            </a:pPr>
            <a:r>
              <a:t>[MODE 3 (LAB DEMO)]  Mode 3: Floci Emulator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Setup: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docker compose -f deploy/floci/compose.floci.yml up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Features: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MIT open-source local cloud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AWS S3 &amp; GCP cloud emulation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Multi-PC demonstration on lab Wi-Fi without internet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600200"/>
            <a:ext cx="24990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01368"/>
            <a:ext cx="20418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DDD6FE"/>
                </a:solidFill>
                <a:latin typeface="Plus Jakarta Sans"/>
              </a:defRPr>
            </a:pPr>
            <a:r>
              <a:t>[MODE 4 (PRODUCTION)]  Mode 4: Live GCP VM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Setup: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Cloud VM (e2-standard-2)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Caddy TLS reverse proxy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frps on static public IP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Use Case: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Real-world global streaming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Zero residential IP exposure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HTTPS domain deployment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AE6FD"/>
                </a:solidFill>
                <a:latin typeface="Plus Jakarta Sans"/>
              </a:defRPr>
            </a:pPr>
            <a:r>
              <a:t>DEMO REHEARSAL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Live Demonstration Walkthrough &amp; Script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2064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466344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AE6FD"/>
                </a:solidFill>
                <a:latin typeface="Plus Jakarta Sans"/>
              </a:defRPr>
            </a:pPr>
            <a:r>
              <a:t>[ORCHESTRATION]  5-Terminal Presentation Orchestration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Synchronized Presentation Launcher (scripts/start-all-terminals.ps1):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Tab 1 [DOCKER]: compose.dev.yml (Postgres, Redis, MinIO)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Tab 2 [CLOUD API]: apid listening on :8080 with auto-seeding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Tab 3 [EDGE DAEMON]: edged with NVIDIA NVENC hardware transcoder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Tab 4 [WEB UI]: Next.js 15 client on http://localhost:3000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Tab 5 [SIMULATION]: Load test &amp; benchmark script launcher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Color-Coded Status Logs: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Real-time heartbeat logs, manifest syncs, and chunk fetches.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422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01368"/>
            <a:ext cx="47850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F08A"/>
                </a:solidFill>
                <a:latin typeface="Plus Jakarta Sans"/>
              </a:defRPr>
            </a:pPr>
            <a:r>
              <a:t>[VIVA SCENARIOS]  Core Demonstration Scenarios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Scenario 1: Direct LAN Playback (0ms overhead, 0 cloud bandwidth).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Scenario 2: Remote Playback via FRP tunnel + Origin Shield cache.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Scenario 3: 10 Viewers on Same Title: Origin Shield absorbs 90%+ upload load.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Scenario 4: 10 Different Titles: Hits admission cap gracefully (HTTP 429).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Scenario 5: Node Disconnect: Edge daemon killed -&gt; catalog displays cached status.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Scenario 6: Hardware NVENC vs CPU benchmark comparison.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Interactive UI: Add Video modal, Edge Library manager, Dev Settings console &amp; Stats for Nerds HUD.</a:t>
            </a:r>
          </a:p>
        </p:txBody>
      </p:sp>
    </p:spTree>
  </p:cSld>
  <p:clrMapOvr>
    <a:masterClrMapping/>
  </p:clrMapOvr>
  <p:transition spd="med">
    <p:fade filte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EF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ard_masc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32004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474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F08A"/>
                </a:solidFill>
                <a:latin typeface="Plus Jakarta Sans"/>
              </a:defRPr>
            </a:pPr>
            <a:r>
              <a:t>CONCLUSION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Plus Jakarta Sans"/>
              </a:defRPr>
            </a:pPr>
            <a:r>
              <a:t>Summary: Sovereign Media with Cloud-Scale Economics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53312"/>
            <a:ext cx="10728655" cy="18288"/>
          </a:xfrm>
          <a:prstGeom prst="rect">
            <a:avLst/>
          </a:prstGeom>
          <a:solidFill>
            <a:srgbClr val="283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29184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01368"/>
            <a:ext cx="283464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A7F3D0"/>
                </a:solidFill>
                <a:latin typeface="Plus Jakarta Sans"/>
              </a:defRPr>
            </a:pPr>
            <a:r>
              <a:t>[CORE INNOVATION]  Architecture Win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Zero Cloud Video Storage: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Videos stay on owner's hard drive.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~3 KB manifest coordinates catalog.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Near-zero recurring cloud cost.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Outbound-Only Networking: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No open router ports (ISP CGNAT).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FRP TLS reverse tunnel.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Origin Shield Pull-Through: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Absorbs viral viewer traffic.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291840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801368"/>
            <a:ext cx="2834640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BAE6FD"/>
                </a:solidFill>
                <a:latin typeface="Plus Jakarta Sans"/>
              </a:defRPr>
            </a:pPr>
            <a:r>
              <a:t>[RIGOROUS STANDARDS]  Engineering Quality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100% Free &amp; Open Source: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Zero proprietary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Robust Testing: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Unit tests for every package.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Adapter contract tests.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10-viewer load simulation scripts.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Clean Hexagonal Design: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Strict domain/ports/adapters.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10 Milestones complete.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1345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801368"/>
            <a:ext cx="2956255" cy="426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EF08A"/>
                </a:solidFill>
                <a:latin typeface="Plus Jakarta Sans"/>
              </a:defRPr>
            </a:pPr>
            <a:r>
              <a:t>[MCA LAB 2026]  Evaluation Ready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Project Status: COMPLETE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Team Members: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Anish Ghadi (25P0320009)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Anosh Chodankar (25P0320010)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Repository: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github.com/Anosh26/Custard-Fin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Documentation: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BRD v2, 4 Deployment Runbooks,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  • Live Walkthroughs &amp; Architecture ADRs.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•  Thank You! Questions &amp; Live Demo.</a:t>
            </a:r>
          </a:p>
        </p:txBody>
      </p:sp>
    </p:spTree>
  </p:cSld>
  <p:clrMapOvr>
    <a:masterClrMapping/>
  </p:clrMapOvr>
  <p:transition spd="med">
    <p:fade filter="out"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